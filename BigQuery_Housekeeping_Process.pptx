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6000" b="1">
                <a:solidFill>
                  <a:srgbClr val="1A73E8"/>
                </a:solidFill>
                <a:latin typeface="Montserrat"/>
              </a:rPr>
              <a:t>BigQuery 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800" b="0">
                <a:solidFill>
                  <a:srgbClr val="5A6675"/>
                </a:solidFill>
                <a:latin typeface="Open Sans"/>
              </a:rPr>
              <a:t>Data Estate Decommissioning &amp; Scream Test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400" b="1">
                <a:solidFill>
                  <a:srgbClr val="1A73E8"/>
                </a:solidFill>
                <a:latin typeface="Montserrat"/>
              </a:rPr>
              <a:t>EXECUTIVE REVIEW  ·  CLOUD FINOPS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Where we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200" b="0">
                <a:solidFill>
                  <a:srgbClr val="16202E"/>
                </a:solidFill>
                <a:latin typeface="Open Sans"/>
              </a:rPr>
              <a:t>A multi-stage process to eliminate 'Zombie Data' with zero risk to production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400" b="1">
                <a:solidFill>
                  <a:srgbClr val="5A6675"/>
                </a:solidFill>
                <a:latin typeface="Montserrat"/>
              </a:rPr>
              <a:t>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Deep history scan (180d+)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400" b="1">
                <a:solidFill>
                  <a:srgbClr val="1A73E8"/>
                </a:solidFill>
                <a:latin typeface="Montserrat"/>
              </a:rPr>
              <a:t>Scream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Access revocation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400" b="1">
                <a:solidFill>
                  <a:srgbClr val="1E8E5A"/>
                </a:solidFill>
                <a:latin typeface="Montserrat"/>
              </a:rPr>
              <a:t>Recoverable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7-day post-deletion window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How to recover (Emergency Protocol)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200" b="0">
                <a:solidFill>
                  <a:srgbClr val="5A6675"/>
                </a:solidFill>
                <a:latin typeface="Open Sans"/>
              </a:rPr>
              <a:t>In the event of a 'Scream', access can be restored to any dataset in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Automated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Use the `bq_restore_access.py` tool. It automatically pulls the metadata backup from GCS and reapplies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Metadata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All dataset policies are versioned in `gs://bq-admin-backup/backups/` before any change is made.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Org-Level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Org Admins retain persistence via Org-level IAM. You are never locked out of managing the resource.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Operational Recovery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solidFill>
            <a:srgbClr val="16202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# Restore a specific dataset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python3 bq_restore_access.py --dataset project:dataset</a:t>
            </a:r>
          </a:p>
          <a:p>
            <a:pPr algn="l"/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# Restore an entire tranche (e.g., if a whole team 'screams')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python3 bq_restore_access.py --tranche 1.1</a:t>
            </a:r>
          </a:p>
          <a:p>
            <a:pPr algn="l"/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# Emergency 'Undo' for all active scream tests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python3 bq_restore_access.py --all</a:t>
            </a:r>
          </a:p>
          <a:p>
            <a:pPr algn="l"/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# Verify backup presence before restoration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</a:rPr>
              <a:t>gsutil ls gs://bq-admin-backup/backups/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A clear view of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3200" b="0">
                <a:solidFill>
                  <a:srgbClr val="16202E"/>
                </a:solidFill>
                <a:latin typeface="Open Sans"/>
              </a:rPr>
              <a:t>Audit complete across 50+ projects.</a:t>
            </a:r>
          </a:p>
          <a:p>
            <a:pPr algn="l"/>
            <a:r>
              <a:rPr sz="3200" b="0">
                <a:solidFill>
                  <a:srgbClr val="16202E"/>
                </a:solidFill>
                <a:latin typeface="Open Sans"/>
              </a:rPr>
              <a:t>Tranche 1 (Abandoned) targets: 120+ datasets.</a:t>
            </a:r>
          </a:p>
          <a:p>
            <a:pPr algn="l"/>
            <a:r>
              <a:rPr sz="3200" b="0">
                <a:solidFill>
                  <a:srgbClr val="16202E"/>
                </a:solidFill>
                <a:latin typeface="Open Sans"/>
              </a:rPr>
              <a:t>Estimated annual savings: $42,000+ (Storage only).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